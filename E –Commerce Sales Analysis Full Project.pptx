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56727-DB32-4637-A2D1-0F283A85419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4AEE0-A8BF-4386-9D4E-02E5D990C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83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4AEE0-A8BF-4386-9D4E-02E5D990C6A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1071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B526-1336-C901-8048-83C078137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13A36A-E646-5C0C-676E-C613A38A0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1246E-67EB-2C81-8FCA-43CF6BC2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5790-DA1D-189E-E289-5660C4836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3F1C2-4E51-388D-D4A6-98AF4294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EC9A-28DB-3A6C-1219-93FD990A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F04C5-43B6-A02F-5F01-D776D4E64B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AEE7-92D6-F57C-F25E-BAEEF8A3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4683-1E7D-1CE2-70BA-124355C1C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DCC0B-B00C-8951-FC5C-6BB9653A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459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14450-E0BB-E32E-77BC-95E71B700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BE79C-E4B2-9EE7-E073-85547E2B9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F0928-A5EC-BE7C-1E4D-6DB9376FC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DF884-500C-43E6-027B-9E403A02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011E3-B329-0909-3703-9CF94568D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07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32B3C-0ED8-FD7B-1264-742B5155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F0751-9C64-7FB2-AA11-47D13ACFA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B8879-061B-0558-6075-750606F4E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4B98A-E65B-F4DA-46C8-27FDFB06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C3F2D-0B76-9B77-398B-C736C53D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44F28C-CC24-9DBC-E198-8AAAF60CF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183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4FF45-30FA-AF0F-13DB-D455C182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08B07-7D5B-5005-4B9F-2CFFE9D6A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AF16A-E319-64F1-3F46-4E9D73052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B54169-421F-5584-7997-D231233F5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434B56-7FAA-11A2-E93D-8A1D45A2B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0EF824-1D07-CF83-B390-41794EEB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E00E89-8BC8-C68C-6A0C-AF07BE1B1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8D151-6150-B660-361D-EEF8061D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84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6545B-57D1-B70B-5058-B5656E8D6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34FAF-68BF-6FFB-3A9D-2893A8C4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F7571-D826-8050-E5C9-57ACFC82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E89FC7-B144-F90C-735B-FC94DD4E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32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E1EA6E-E84D-7246-06A8-FAB862EF3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E7E79-0C54-A204-B922-FB7F02555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099C6-04DA-3B75-769F-34A5C9CFD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20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54C0-E425-4FEC-498E-900A4C02E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D499-B67F-1CEB-2B31-F518D0D91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E4BFB4-B161-81C4-BBF7-70E554EE3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24463-120F-51DC-E9B2-1908B84B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269BF7-7A69-C778-AA25-3F50AF0E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D071-5C98-111A-93DD-533B40230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9838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285C-D191-73CB-EEA6-F46652F47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C7222F-79B0-B267-5BB3-C6A5CD4810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1443A-6F9F-9282-968A-8EF46FF39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41CAB-081F-724F-DC87-0990578D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C3F9E-948A-ECE0-E7E5-34BB78174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477DDB-C371-27E2-2621-B2B2DA671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482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A9B7B-2FBC-EBF0-62EF-42AA53073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4A4527-0DD6-DE93-AB39-D591F9A8F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F33A-B915-6D0B-8CDA-4592C66E3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DDA20-A987-F1AB-8E88-B686B20BE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A7F9-28C4-49F4-56E7-AE9064FF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12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219941-08C8-F96D-2EEE-D81107E4AC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076D7-64E4-12E2-3834-690F43736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592E8-2B52-63EA-3531-72157A1DD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3BB27-6A27-2EE8-488A-A59274BD3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17C81-9D70-7CCB-B3F6-9649CC25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295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56D52-8BCB-30D7-8678-666858350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A5AFC-348E-AE2A-A76F-36AB70521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F5120-9606-09DA-5BFB-2CADA9685E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454AB-C16B-4D39-80CF-65A54F5CDD44}" type="datetimeFigureOut">
              <a:rPr lang="en-IN" smtClean="0"/>
              <a:t>18-06-2026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3750A-2C58-FFDA-715E-5EEF786BC6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342DD-22C6-C282-43C5-F0D29B1D2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C5C5A4-887B-4E23-B28D-1DEB2CE4CF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0A9E-804C-FB7C-67AC-137C6D823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E –Commerce Sales Analysis Full Project </a:t>
            </a:r>
            <a:endParaRPr lang="en-IN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B2279F3-36C2-2509-72C0-EECCCA252B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6" r="775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88293322-7422-9D66-EF3B-89BC6771F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sz="3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FOR DATA ANALYTS</a:t>
            </a:r>
          </a:p>
          <a:p>
            <a:r>
              <a:rPr lang="en-IN" dirty="0"/>
              <a:t>by Abhinna Singh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9138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oost your Retail Sales with Retail Multiplier by Dr_ Vivek Bindra_">
            <a:extLst>
              <a:ext uri="{FF2B5EF4-FFF2-40B4-BE49-F238E27FC236}">
                <a16:creationId xmlns:a16="http://schemas.microsoft.com/office/drawing/2014/main" id="{BD899109-24C4-903D-E884-57D4058FE28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188"/>
            <a:ext cx="12192000" cy="6650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008959-7724-6A39-FFAB-AFE86D0DC421}"/>
              </a:ext>
            </a:extLst>
          </p:cNvPr>
          <p:cNvSpPr txBox="1"/>
          <p:nvPr/>
        </p:nvSpPr>
        <p:spPr>
          <a:xfrm>
            <a:off x="0" y="67376"/>
            <a:ext cx="12192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+mj-lt"/>
              </a:rPr>
              <a:t>1.You need to calculate the monthly sales of the store and identify which month had the highest sales and which month had the lowest sales.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2. You need to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sales based on product categories and determine which category has the lowest sales and which category has the highest sales.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3.The sales analysis needs to be done based on sub-categories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4.You need to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the monthly profit from sales and determine which month had the highest profit.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5.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the profit by category and sub-category.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6.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the sales and profit by customer segment </a:t>
            </a: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pPr marL="342900" indent="-342900">
              <a:buAutoNum type="arabicPeriod"/>
            </a:pPr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7. </a:t>
            </a:r>
            <a:r>
              <a:rPr lang="en-IN" dirty="0" err="1">
                <a:latin typeface="+mj-lt"/>
              </a:rPr>
              <a:t>Analyze</a:t>
            </a:r>
            <a:r>
              <a:rPr lang="en-IN" dirty="0">
                <a:latin typeface="+mj-lt"/>
              </a:rPr>
              <a:t> the sales to profit ratio </a:t>
            </a:r>
          </a:p>
        </p:txBody>
      </p:sp>
    </p:spTree>
    <p:extLst>
      <p:ext uri="{BB962C8B-B14F-4D97-AF65-F5344CB8AC3E}">
        <p14:creationId xmlns:p14="http://schemas.microsoft.com/office/powerpoint/2010/main" val="191427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</Words>
  <Application>Microsoft Office PowerPoint</Application>
  <PresentationFormat>Widescreen</PresentationFormat>
  <Paragraphs>21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E –Commerce Sales Analysis Full Project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Abhinna Singh</dc:creator>
  <cp:lastModifiedBy>Abhinna Singh</cp:lastModifiedBy>
  <cp:revision>1</cp:revision>
  <dcterms:created xsi:type="dcterms:W3CDTF">2026-06-18T15:18:42Z</dcterms:created>
  <dcterms:modified xsi:type="dcterms:W3CDTF">2026-06-18T15:19:01Z</dcterms:modified>
</cp:coreProperties>
</file>